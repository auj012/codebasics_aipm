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odebasicsaipm-capstonedigitalassistant.streamlit.app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1965960"/>
            <a:ext cx="822960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Cambria"/>
              </a:rPr>
              <a:t>Codebasics Digital Asset Assistant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02C39A"/>
                </a:solidFill>
                <a:latin typeface="Calibri"/>
              </a:rPr>
              <a:t>Find any asset by meaning — not by filename.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AI PM Capstone 2   |   Ushasree Jakilinki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2C39A"/>
                </a:solidFill>
                <a:latin typeface="Calibri"/>
                <a:hlinkClick r:id="rId2"/>
              </a:rPr>
              <a:t>▶ Try the live app:  https://codebasicsaipm-capstonedigitalassistant.streamlit.app/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E2761"/>
                </a:solidFill>
                <a:latin typeface="Cambria"/>
              </a:rPr>
              <a:t>The Problem: Teams Drown in Their Own Content</a:t>
            </a:r>
          </a:p>
        </p:txBody>
      </p:sp>
      <p:pic>
        <p:nvPicPr>
          <p:cNvPr id="4" name="Picture 3" descr="DhavalBhaiSearching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417320"/>
            <a:ext cx="4937760" cy="49377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1609344"/>
            <a:ext cx="146304" cy="146304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22222"/>
                </a:solidFill>
                <a:latin typeface="Calibri"/>
              </a:rPr>
              <a:t>15+ minutes per search </a:t>
            </a:r>
            <a:r>
              <a:rPr sz="1600" b="0" i="0">
                <a:solidFill>
                  <a:srgbClr val="666666"/>
                </a:solidFill>
                <a:latin typeface="Calibri"/>
              </a:rPr>
              <a:t>— and it often fails.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50592"/>
            <a:ext cx="146304" cy="146304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95728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22222"/>
                </a:solidFill>
                <a:latin typeface="Calibri"/>
              </a:rPr>
              <a:t>20 TB, deeply nested, 10 years old </a:t>
            </a:r>
            <a:r>
              <a:rPr sz="1600" b="0" i="0">
                <a:solidFill>
                  <a:srgbClr val="666666"/>
                </a:solidFill>
                <a:latin typeface="Calibri"/>
              </a:rPr>
              <a:t>— no catalog of what exists.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91840"/>
            <a:ext cx="146304" cy="146304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236976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22222"/>
                </a:solidFill>
                <a:latin typeface="Calibri"/>
              </a:rPr>
              <a:t>Search matches filenames only </a:t>
            </a:r>
            <a:r>
              <a:rPr sz="1600" b="0" i="0">
                <a:solidFill>
                  <a:srgbClr val="666666"/>
                </a:solidFill>
                <a:latin typeface="Calibri"/>
              </a:rPr>
              <a:t>— “ML” never finds “Machine Learning.”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33087"/>
            <a:ext cx="146304" cy="146304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078224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22222"/>
                </a:solidFill>
                <a:latin typeface="Calibri"/>
              </a:rPr>
              <a:t>So teams give up and recreate </a:t>
            </a:r>
            <a:r>
              <a:rPr sz="1600" b="0" i="0">
                <a:solidFill>
                  <a:srgbClr val="666666"/>
                </a:solidFill>
                <a:latin typeface="Calibri"/>
              </a:rPr>
              <a:t>— duplicated decks, thumbnails, videos.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056632"/>
            <a:ext cx="6035040" cy="91440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5056632"/>
            <a:ext cx="56692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00A896"/>
                </a:solidFill>
                <a:latin typeface="Cambria"/>
              </a:rPr>
              <a:t>2,500</a:t>
            </a:r>
            <a:r>
              <a:rPr sz="1600" b="0" i="0">
                <a:solidFill>
                  <a:srgbClr val="222222"/>
                </a:solidFill>
                <a:latin typeface="Calibri"/>
              </a:rPr>
              <a:t>  searches every day across the 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E2761"/>
                </a:solidFill>
                <a:latin typeface="Cambria"/>
              </a:rPr>
              <a:t>Discovery: Finding the Real Root 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666666"/>
                </a:solidFill>
                <a:latin typeface="Calibri"/>
              </a:rPr>
              <a:t>We ran a 5-Whys from the surface complaint down to the true cause.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801368"/>
            <a:ext cx="9966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Why does search take 15+ min? 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It scans a huge, nested drive and matches only filenames.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487168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459736"/>
            <a:ext cx="9966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Why does filename search fail? 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A filename doesn't say what's inside the file.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145535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118103"/>
            <a:ext cx="9966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Why is nothing searchable by content? 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No one ever recorded what each asset is about.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803903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776471"/>
            <a:ext cx="9966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Why was that never built? 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There is no catalog — assets piled up for 10 years.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53711"/>
            <a:ext cx="10881360" cy="9601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553711"/>
            <a:ext cx="103327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2C39A"/>
                </a:solidFill>
                <a:latin typeface="Calibri"/>
              </a:rPr>
              <a:t>ROOT CAUSE: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Codebasics has no record of what its assets contain, so no one can find work by meaning — and teams recreate what already exists.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E2761"/>
                </a:solidFill>
                <a:latin typeface="Cambria"/>
              </a:rPr>
              <a:t>The Opportunity We Chose: Semantic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Where AI genuinely helps: understand </a:t>
            </a:r>
            <a:r>
              <a:rPr sz="1600" b="1" i="0">
                <a:solidFill>
                  <a:srgbClr val="00A896"/>
                </a:solidFill>
                <a:latin typeface="Calibri"/>
              </a:rPr>
              <a:t>meaning</a:t>
            </a:r>
            <a:r>
              <a:rPr sz="1600" b="0" i="0">
                <a:solidFill>
                  <a:srgbClr val="222222"/>
                </a:solidFill>
                <a:latin typeface="Calibri"/>
              </a:rPr>
              <a:t> and read </a:t>
            </a:r>
            <a:r>
              <a:rPr sz="1600" b="1" i="0">
                <a:solidFill>
                  <a:srgbClr val="00A896"/>
                </a:solidFill>
                <a:latin typeface="Calibri"/>
              </a:rPr>
              <a:t>inside</a:t>
            </a:r>
            <a:r>
              <a:rPr sz="1600" b="0" i="0">
                <a:solidFill>
                  <a:srgbClr val="222222"/>
                </a:solidFill>
                <a:latin typeface="Calibri"/>
              </a:rPr>
              <a:t> files — not match characters.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5349240" cy="402336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A896"/>
                </a:solidFill>
                <a:latin typeface="Cambria"/>
              </a:rPr>
              <a:t>What it DOES (v1)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0A896"/>
                </a:solidFill>
                <a:latin typeface="Calibri"/>
              </a:rPr>
              <a:t>✓ 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Search decks, PDFs, images by meaning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92424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0A896"/>
                </a:solidFill>
                <a:latin typeface="Calibri"/>
              </a:rPr>
              <a:t>✓ 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Search inside YouTube videos (transcripts)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95928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0A896"/>
                </a:solidFill>
                <a:latin typeface="Calibri"/>
              </a:rPr>
              <a:t>✓ 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Return the file + location + slide/page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99431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0A896"/>
                </a:solidFill>
                <a:latin typeface="Calibri"/>
              </a:rPr>
              <a:t>✓ 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Rank by relevance, then recency (newest wins)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02936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0A896"/>
                </a:solidFill>
                <a:latin typeface="Calibri"/>
              </a:rPr>
              <a:t>✓ 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Run locally — free and private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57400"/>
            <a:ext cx="5349240" cy="4023360"/>
          </a:xfrm>
          <a:prstGeom prst="roundRect">
            <a:avLst/>
          </a:prstGeom>
          <a:solidFill>
            <a:srgbClr val="F7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2402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C0392B"/>
                </a:solidFill>
                <a:latin typeface="Cambria"/>
              </a:rPr>
              <a:t>What it does NOT 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8892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✕ 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Edit or generate assets (search only)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392424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✕ 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Index unsupported types (.zip, etc.)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995928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✕ 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Send content to the cloud (stays local)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599431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✕ 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Manage permissions (assumed open in v1)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202936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✕ 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Support non-English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E2761"/>
                </a:solidFill>
                <a:latin typeface="Cambria"/>
              </a:rPr>
              <a:t>The Solution: Search by Meaning, Locally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514600" cy="11887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Read text inside
files &amp; videos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1187" y="1371600"/>
            <a:ext cx="41148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00A896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514600" cy="11887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Turn into
embeddings (local)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67247" y="1380744"/>
            <a:ext cx="41148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00A896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2514600" cy="11887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371600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Store in an
on-device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6167" y="1371600"/>
            <a:ext cx="41148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00A896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1371600"/>
            <a:ext cx="2514600" cy="11887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0" y="1371600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Search + rank
+ deliver the 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43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666666"/>
                </a:solidFill>
                <a:latin typeface="Calibri"/>
              </a:rPr>
              <a:t>Heavy indexing runs once, offline. Searching is fast and fully local.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0B253-C624-FD2E-D27A-BE0BA5529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94" y="2999232"/>
            <a:ext cx="11681012" cy="38587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E2761"/>
                </a:solidFill>
                <a:latin typeface="Cambria"/>
              </a:rPr>
              <a:t>It Works: One Search, the Right Asset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0881360" cy="685800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666666"/>
                </a:solidFill>
                <a:latin typeface="Calibri"/>
              </a:rPr>
              <a:t>Search:  </a:t>
            </a:r>
            <a:r>
              <a:rPr sz="1600" b="1" i="0">
                <a:solidFill>
                  <a:srgbClr val="1E2761"/>
                </a:solidFill>
                <a:latin typeface="Calibri"/>
              </a:rPr>
              <a:t>power bi thumbnail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108813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E2761"/>
                </a:solidFill>
                <a:latin typeface="Calibri"/>
              </a:rPr>
              <a:t>what_is_power_bi_thumbnail.png</a:t>
            </a:r>
            <a:r>
              <a:rPr sz="1400" b="0" i="1">
                <a:solidFill>
                  <a:srgbClr val="666666"/>
                </a:solidFill>
                <a:latin typeface="Calibri"/>
              </a:rPr>
              <a:t>   ·  image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2651760"/>
            <a:ext cx="1554480" cy="50292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0" y="265176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match 0.90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Location:  …\Thumbnails_and_Images\what_is_power_bi_thumbnail.png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38728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Delivery:  full path + one-click Download  (for decks/PDFs: the exact slide/page)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22776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Why it matched:  “what is power bi thumbnail”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709160"/>
            <a:ext cx="10881360" cy="12801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709160"/>
            <a:ext cx="1033272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2C39A"/>
                </a:solidFill>
                <a:latin typeface="Calibri"/>
              </a:rPr>
              <a:t>Also handled live: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“machine learning” finds the right decks · searching INSIDE a video by what's said · “biryani” returns a polite “EdTech only” message — never a fake result.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666666"/>
                </a:solidFill>
                <a:latin typeface="Calibri"/>
              </a:rPr>
              <a:t>Full live walkthrough in the demo video.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E2761"/>
                </a:solidFill>
                <a:latin typeface="Cambria"/>
              </a:rPr>
              <a:t>Success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0881360" cy="16459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2C39A"/>
                </a:solidFill>
                <a:latin typeface="Calibri"/>
              </a:rPr>
              <a:t>NORTH STAR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Asset Reuse Rate ≥ 60%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% of searches where someone reuses an existing asset instead of recreating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83280"/>
            <a:ext cx="3474720" cy="237744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00A896"/>
                </a:solidFill>
                <a:latin typeface="Cambria"/>
              </a:rPr>
              <a:t>≥ 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617720"/>
            <a:ext cx="31089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Right asset in top 3
(trust)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383280"/>
            <a:ext cx="3474720" cy="237744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400" y="3657600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00A896"/>
                </a:solidFill>
                <a:latin typeface="Cambria"/>
              </a:rPr>
              <a:t>≤ 2 sec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4617720"/>
            <a:ext cx="31089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Search response
(warm, P95)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383280"/>
            <a:ext cx="3474720" cy="237744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0" y="3657600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00A896"/>
                </a:solidFill>
                <a:latin typeface="Cambria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617720"/>
            <a:ext cx="31089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Fabricated results
(guardrail)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E2761"/>
                </a:solidFill>
                <a:latin typeface="Cambria"/>
              </a:rPr>
              <a:t>Risks &amp; Guardrails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512064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35040" y="1554480"/>
            <a:ext cx="548640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554480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GUARDRAIL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5120640" cy="7772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35040" y="2057400"/>
            <a:ext cx="5486400" cy="7772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Hallucination (fake asset)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057400"/>
            <a:ext cx="53035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Retrieval-only — can only return assets that exist.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834640"/>
            <a:ext cx="512064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35040" y="2834640"/>
            <a:ext cx="54864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834640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Privacy (proprietary IP)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834640"/>
            <a:ext cx="53035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Runs locally — content never leaves the machine.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611880"/>
            <a:ext cx="5120640" cy="7772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35040" y="3611880"/>
            <a:ext cx="5486400" cy="7772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611880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Outdated / wrong 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611880"/>
            <a:ext cx="53035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Show why it matched + rank newest first.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389120"/>
            <a:ext cx="512064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35040" y="4389120"/>
            <a:ext cx="54864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389120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Off-topic / bad 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4389120"/>
            <a:ext cx="53035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Below-threshold → “EdTech only”; English-only; rate limit.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166359"/>
            <a:ext cx="5120640" cy="7772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35040" y="5166359"/>
            <a:ext cx="5486400" cy="7772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5166359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Wrong file types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5166359"/>
            <a:ext cx="53035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Allowlist — ignore .zip, video files, etc.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1280160"/>
            <a:ext cx="822960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Built to Run at $0 — and to Earn Trust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926079"/>
            <a:ext cx="146304" cy="14630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880360"/>
            <a:ext cx="9875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2C39A"/>
                </a:solidFill>
                <a:latin typeface="Calibri"/>
              </a:rPr>
              <a:t>Open-source + local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— no per-token cost, no vendor, full privacy.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703320"/>
            <a:ext cx="146304" cy="14630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657600"/>
            <a:ext cx="9875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2C39A"/>
                </a:solidFill>
                <a:latin typeface="Calibri"/>
              </a:rPr>
              <a:t>Cost shaped the design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— search, not generation, saves ~$27/mo vs an LLM.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480559"/>
            <a:ext cx="146304" cy="14630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4434840"/>
            <a:ext cx="9875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2C39A"/>
                </a:solidFill>
                <a:latin typeface="Calibri"/>
              </a:rPr>
              <a:t>Grounded &amp; safe by design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— it only ever returns real assets, and shows why.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1">
                <a:solidFill>
                  <a:srgbClr val="CADCFC"/>
                </a:solidFill>
                <a:latin typeface="Calibri"/>
              </a:rPr>
              <a:t>Stop searching. Stop recreating. Start reusing.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713</Words>
  <Application>Microsoft Office PowerPoint</Application>
  <PresentationFormat>Widescreen</PresentationFormat>
  <Paragraphs>80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uma jamuna</cp:lastModifiedBy>
  <cp:revision>2</cp:revision>
  <dcterms:created xsi:type="dcterms:W3CDTF">2013-01-27T09:14:16Z</dcterms:created>
  <dcterms:modified xsi:type="dcterms:W3CDTF">2026-09-07T01:40:17Z</dcterms:modified>
  <cp:category/>
</cp:coreProperties>
</file>